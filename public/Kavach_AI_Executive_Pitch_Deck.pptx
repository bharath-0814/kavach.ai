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0E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011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ELICIT ACM HACKATHON • TEAM NULL POINTERS • CYBERSECURITY TRACK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AI (कवच) — Vernacular SMS Phishing Defense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217920" cy="2834640"/>
          </a:xfrm>
          <a:prstGeom prst="rect">
            <a:avLst>
              <a:gd name="adj" fmla="val 1290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417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₹1,750+ Crore Lost to SMS Fraud in India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18105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of scam messages in India now write Hindi in English letters ("bijli disconnect", "khata block"), bypassing standard telecom and English NLP firewalls entirely.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The Kavach Solution: Dual-Engine Vernacular Defense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27432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first dual-engine defense shield fusing deterministic Levenshtein deobfuscation (&lt;15ms) with Google Gemini Flash AI (60%) for real-time vernacular fraud interception in &lt;45ms.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Prototype on Vercel: https://kavach-ai-ten.vercel.app/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0" y="1234440"/>
            <a:ext cx="4693615" cy="2834640"/>
          </a:xfrm>
          <a:prstGeom prst="rect">
            <a:avLst>
              <a:gd name="adj" fmla="val 1290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pic>
        <p:nvPicPr>
          <p:cNvPr id="13" name="Image 1" descr="D:\hackathon_elicit_acm\assets\hero_metr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86600" y="1371600"/>
            <a:ext cx="4416552" cy="2560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425196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👥 TEAM NULL POINTERS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4526280"/>
            <a:ext cx="2651760" cy="1737360"/>
          </a:xfrm>
          <a:prstGeom prst="rect">
            <a:avLst>
              <a:gd name="adj" fmla="val 2105"/>
            </a:avLst>
          </a:prstGeom>
          <a:solidFill>
            <a:srgbClr val="161622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Gummadi Bharath Kumar Wesly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8580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Leader &amp; Lead AI Architect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685800" y="5440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&amp; Gemini AI Cascade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3364992" y="4526280"/>
            <a:ext cx="2651760" cy="1737360"/>
          </a:xfrm>
          <a:prstGeom prst="rect">
            <a:avLst>
              <a:gd name="adj" fmla="val 2105"/>
            </a:avLst>
          </a:prstGeom>
          <a:solidFill>
            <a:srgbClr val="161622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02152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Swarnim Sulekh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502152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Full-Stack &amp; Backend Systems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502152" y="5440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Turso Cloud DB &amp; Serverless Microservices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6181344" y="4526280"/>
            <a:ext cx="2651760" cy="1737360"/>
          </a:xfrm>
          <a:prstGeom prst="rect">
            <a:avLst>
              <a:gd name="adj" fmla="val 2105"/>
            </a:avLst>
          </a:prstGeom>
          <a:solidFill>
            <a:srgbClr val="161622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18504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Krrish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18504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&amp; PWA Systems Developer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6318504" y="5440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8pt Spatial Grid, Responsive UI &amp; Service Worker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8997696" y="4526280"/>
            <a:ext cx="2651760" cy="1737360"/>
          </a:xfrm>
          <a:prstGeom prst="rect">
            <a:avLst>
              <a:gd name="adj" fmla="val 2105"/>
            </a:avLst>
          </a:prstGeom>
          <a:solidFill>
            <a:srgbClr val="161622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34856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Jayaditya De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9134856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Linguistic &amp; NLP Researcher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9134856" y="5440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 Dialect Lexicon &amp; Levenshtein Engine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0E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011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ATTACK VECTOR ANALYSIS • PROBLEM STATEMENT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Transliterated Vernacular Smishing Epidemic in India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4846320" cy="1554480"/>
          </a:xfrm>
          <a:prstGeom prst="rect">
            <a:avLst>
              <a:gd name="adj" fmla="val 2353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₹1,750+ Crore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by Indian citizens to cyber financial fraud in 2024 (I4C Data)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4846320" cy="1554480"/>
          </a:xfrm>
          <a:prstGeom prst="rect">
            <a:avLst>
              <a:gd name="adj" fmla="val 2353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108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3611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messages now use transliterated Hindi with leetspeak mutations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4617720"/>
            <a:ext cx="4846320" cy="1554480"/>
          </a:xfrm>
          <a:prstGeom prst="rect">
            <a:avLst>
              <a:gd name="adj" fmla="val 2353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800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Coverage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035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traditional English spam filters (blind to Latin-script Indian languages)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1234440"/>
            <a:ext cx="6062472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1417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Realistic Vernacular Attack Scenarios: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06440" y="18745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YouTube Task / Part-Time Job Fraud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06440" y="21305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sir, kya aap ghar baithe daily Rs 3000-5000 kamana chahte hain? YouTube videos like karo aur screenshot bhejo WhatsApp par: wa.me/91..."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806440" y="25877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Exploits work-from-home allure. Bypasses filters because "ghar baithe" is not flagged as English spam.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806440" y="3291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Electricity Disconnection Urgent Cut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806440" y="35478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"Aapka bijli connection aaj raat 9 baje bandh ho jayega. Turant is number pe call karein aur 0TPP batayein."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806440" y="40050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Uses extreme cognitive fear and replaces "OTP" with leetspeak "0TPP".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06440" y="47091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Obfuscated SBI KYC Expiry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06440" y="496519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"Y0UR SB1 ACC0UNT WILL BLCK T0DAY. UPDATE K-Y-C IMMED1ATE: http://bit.ly/sbi-kyc"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806440" y="542239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Spaced letters ("K-Y-C") and leetspeak ("BLCK", "SB1") defeat standard dictionary tokenizers.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0E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011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⚔️ BENCHMARK COMPARISON • THE "AHA!" MOMENT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Traditional Filters Fail vs. How Kavach AI Wins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301752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Threat Vector / Attack Pattern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Telecom DND / SMS Gateways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Standard English ML Models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3DF8A"/>
                          </a:solidFill>
                        </a:rPr>
                        <a:t>🛡️ Kavach AI (Our Approach)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Transliterated Hinglish ("bijli cut", "khata bandh")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Blind (0% understanding)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Poor semantic capture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✅ Native Vernacular Engine (200+ Lexicon)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Adversarial Leetspeak ("BLCK", "0TPP", "K-Y-C")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Bypassed completely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Tokenizer splits string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✅ 3-Step Levenshtein Normalizer (&lt;15ms)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Part-Time Task Scams ("ghar baithe kamaye")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Treated as promo SMS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Low risk classification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✅ Deterministic Fraud Signatures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Detection Latency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200ms - 500ms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</a:rPr>
                        <a:t>1200ms - 3000ms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⚡ &lt;45ms Sub-Second Speed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Explainable AI Threat Triggers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Opaque binary block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Generic percentage only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✅ Exact Trigger Phrases &amp; AI Reasoning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434840"/>
            <a:ext cx="11094415" cy="1737360"/>
          </a:xfrm>
          <a:prstGeom prst="rect">
            <a:avLst>
              <a:gd name="adj" fmla="val 2105"/>
            </a:avLst>
          </a:prstGeom>
          <a:solidFill>
            <a:srgbClr val="10141E"/>
          </a:solidFill>
          <a:ln w="12700">
            <a:solidFill>
              <a:srgbClr val="24344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46177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Concrete Evasion Proof ("The Aha! Moment"):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Input: "Y0UR SB1 ACC0UNT WILL BLCK T0DAY. UPDATE K-Y-C IMMED1ATE: http://bit.ly/sbi-kyc"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Traditional Filter: PASS (0% keywords match standard English dictionary; "BLCK" and "SB1" are non-words).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Kavach AI: 100% HIGH RISK (Normalized: "block", "sbi", "kyc" | Malicious shortener flagged in 35ms).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0E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011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SOLUTION OVERVIEW • CORE DEFENSE PILLARS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AI: Dual-Engine Defense Architecture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606040" cy="2377440"/>
          </a:xfrm>
          <a:prstGeom prst="rect">
            <a:avLst>
              <a:gd name="adj" fmla="val 1538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3-Step Levenshtein Normalizer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hyphens (K-Y-C -&gt; KYC), reverses leetspeak (0-&gt;o, @-&gt;a), and computes length-adaptive edit distance in &lt;15ms.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606040" cy="2377440"/>
          </a:xfrm>
          <a:prstGeom prst="rect">
            <a:avLst>
              <a:gd name="adj" fmla="val 1538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 Safe-Word Whitelist Shield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29000" y="2011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conversational words (chahte, job, ghar, aap, bhejo) from false-positive fuzzy distance distortions.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2606040" cy="2377440"/>
          </a:xfrm>
          <a:prstGeom prst="rect">
            <a:avLst>
              <a:gd name="adj" fmla="val 1538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886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8016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Multi-Model Gemini AI Cascade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5800" y="45262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40% Deterministic Rule Engine with 60% Gemini Flash AI across a 6-model failover pool for 0% downtime.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91840" y="3749040"/>
            <a:ext cx="2606040" cy="2377440"/>
          </a:xfrm>
          <a:prstGeom prst="rect">
            <a:avLst>
              <a:gd name="adj" fmla="val 1538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3886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02336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Turso Cloud Threat Intelligence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29000" y="45262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LibSQL database auditing, structured scam categorization, and live threat feed telemetry.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035040" y="1234440"/>
            <a:ext cx="5608015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pic>
        <p:nvPicPr>
          <p:cNvPr id="23" name="Image 1" descr="D:\hackathon_elicit_acm\assets\ingestion_termin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371600"/>
            <a:ext cx="5330952" cy="2834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17920" y="4389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Live Threat Ingestion Terminal: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217920" y="46634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preset loading for YouTube scams, e-Challan APKs, SBI KYC, and Bijli cut threats.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Sub-pixel responsive input field supporting multi-dialect Indian text.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Dual-engine scoring trigger with real-time feedback.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0E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011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🏗️ SYSTEM ARCHITECTURE • DATA PIPELINE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Threat Processing Pipeline &amp; Stack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371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" y="16184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Ingestion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2057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hyphens, collapses spaced letters &amp; leetspeak.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788920" y="1234440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0" y="1371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926080" y="16184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Levenshtein Engine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926080" y="2057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Length-adaptive distance match in &lt;15ms.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029200" y="1234440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1371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66360" y="16184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Rule Scoring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166360" y="2057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15 threat regexes &amp; URL forensics.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69480" y="1234440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1371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06640" y="16184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Gemini Cascade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06640" y="2057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semantic reasoning via multi-model pool.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509760" y="1234440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46920" y="1371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646920" y="16184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 &amp; Audit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646920" y="2057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risk fusion score + async Turso DB log.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48640" y="3337560"/>
            <a:ext cx="5468112" cy="1325880"/>
          </a:xfrm>
          <a:prstGeom prst="rect">
            <a:avLst>
              <a:gd name="adj" fmla="val 2759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347472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AI, NLP &amp; Linguistic Engine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374904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Flash (Multi-Model Pool: 3.5, 3.7, Latest)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Fast-Levenshtein Deobfuscation Engine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200+ Indian Threat Lexicon &amp; 350+ Safe-Word Whitelist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172200" y="3337560"/>
            <a:ext cx="5468112" cy="1325880"/>
          </a:xfrm>
          <a:prstGeom prst="rect">
            <a:avLst>
              <a:gd name="adj" fmla="val 2759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55080" y="347472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Backend &amp; Serverless API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355080" y="374904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(ES6+) Serverless Architecture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Vercel Edge Functions (/api/classify, /api/stats)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Sub-45ms Total End-to-End Response Time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48640" y="4800600"/>
            <a:ext cx="5468112" cy="1325880"/>
          </a:xfrm>
          <a:prstGeom prst="rect">
            <a:avLst>
              <a:gd name="adj" fmla="val 2759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" y="49377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🗄️ Database &amp; Threat Intelligence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31520" y="521208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Turso Cloud Database (LibSQL / Serverless SQLite)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Hosted in AWS AP-South-1 (Mumbai)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Batch Audit Logging Pipeline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172200" y="4800600"/>
            <a:ext cx="5468112" cy="1325880"/>
          </a:xfrm>
          <a:prstGeom prst="rect">
            <a:avLst>
              <a:gd name="adj" fmla="val 2759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55080" y="49377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📲 Frontend &amp; Progressive Web App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355080" y="521208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Progressive Web App (PWA) with Offline Support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Auto-Bumping Service Worker (sw.js)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8pt Spatial Grid &amp; Mobile Safe-Area Insets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0E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011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🧪 EMPIRICAL VALIDATION • LIVE BENCHMARKS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Validation Across Real Indian Smishing Attacks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12064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Attack Vector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Latency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Risk Score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Verdict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YouTube Task Scam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38ms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Bijli Cut Threat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42ms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SBI KYC Leetspeak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35ms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Traffic e-Challan APK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44ms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Benign Hindi Chat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28ms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✅ SAFE &amp; VERIFIED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977640"/>
            <a:ext cx="5120640" cy="2194560"/>
          </a:xfrm>
          <a:prstGeom prst="rect">
            <a:avLst>
              <a:gd name="adj" fmla="val 1667"/>
            </a:avLst>
          </a:prstGeom>
          <a:solidFill>
            <a:srgbClr val="10141E"/>
          </a:solidFill>
          <a:ln w="12700">
            <a:solidFill>
              <a:srgbClr val="24344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41605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Production Deployment Links: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77240" y="4462272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Web App: https://kavach-ai-ten.vercel.app/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Open Source Code: https://github.com/bharath-0814/Kavach.ai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Cloud Database: Turso Cloud LibSQL (AWS Mumbai)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Multi-Model Pool: Gemini 3.5, 3.7 &amp; Flash-Latest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852160" y="1234440"/>
            <a:ext cx="5788152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pic>
        <p:nvPicPr>
          <p:cNvPr id="11" name="Image 1" descr="D:\hackathon_elicit_acm\assets\workbench_fe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371600"/>
            <a:ext cx="5513832" cy="3474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5074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Live Deobfuscation Workbench &amp; Cloud Threat Feed: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035040" y="53492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Levenshtein distance matching + Turso Cloud audit trail with top-11 pagination.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0E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011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HACKATHON ROUND 2 COMMITMENT • FUTURE ADVANCEMENTS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RAG &amp; Privacy-Preserving Self-Learning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394960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1. Edge-Native RAG over Local Vector DB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On-Device Vector Embeddings: An ultra-compact local vector database (SQLite-VSS / local HNSW index) stores semantic embeddings of known scam tactics, fraudulent APK signatures, and vernacular evasion patterns.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Sub-10ms Cosine Similarity: When an SMS arrives, the app performs a localized vector similarity lookup completely offline.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Threat Augmentation: An on-device quantized Small Language Model (SLM) retrieves matching threat tactics and explains the exact scam modus operandi without touching the cloud.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Offline Capability: Operates seamlessly in flight mode or remote rural areas with zero internet connectivity.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245352" y="1234440"/>
            <a:ext cx="5394960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3952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2. Privacy-First Federated Self-Learning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73952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DPDP Act 2023 Compliance: Personal SMS messages are never uploaded to any remote server, guaranteeing absolute citizen privacy.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Localized Dialect Adaptation: As users flag or verify emerging regional dialect SMS on their phones, the local model continuously adapts to user dialect habits.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Federated Weight Aggregation: Only encrypted mathematical gradient delta updates (not user text) are periodically synced across devices to improve the collective Indic vocabulary across India.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Secure Enclave: Executed strictly inside Apple Neural Engine / Android NNAPI.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0E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011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IMPACT &amp; SCALING ROADMAP • COMMERCIALIZATION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Transformational Real-World Use Cases &amp; National Scale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468112" cy="1874520"/>
          </a:xfrm>
          <a:prstGeom prst="rect">
            <a:avLst>
              <a:gd name="adj" fmla="val 195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1732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B2C: Senior Citizen Voice Shield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764792"/>
            <a:ext cx="5102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mobile app with automated SMS quarantine &amp; regional voice alerts ("Yeh message dhokhadhadi hai") in Hindi, Tamil, Telugu, and Bengali for non-English literate elders.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172200" y="1234440"/>
            <a:ext cx="5468112" cy="1874520"/>
          </a:xfrm>
          <a:prstGeom prst="rect">
            <a:avLst>
              <a:gd name="adj" fmla="val 195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41732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B2B: Fintech &amp; Banking SDK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55080" y="1764792"/>
            <a:ext cx="5102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embeddable SDK for UPI apps (PhonePe, Paytm, Google Pay, SBI YONO) that intercepts fake OTP prompts and detects credential theft before payment execution.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5468112" cy="1874520"/>
          </a:xfrm>
          <a:prstGeom prst="rect">
            <a:avLst>
              <a:gd name="adj" fmla="val 195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42900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B2G: Telecom Gateway Firewall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3776472"/>
            <a:ext cx="5102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directly at SMSC gateways (Airtel, Jio, Vi, TRAI DND) to perform deep-packet inspection and block smishing SMS in &lt;10ms before transmission across cell towers.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72200" y="3246120"/>
            <a:ext cx="5468112" cy="1874520"/>
          </a:xfrm>
          <a:prstGeom prst="rect">
            <a:avLst>
              <a:gd name="adj" fmla="val 195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42900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🚔 National Cyber Intelligence Bridge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355080" y="3776472"/>
            <a:ext cx="5102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real-time telemetry feed of scam phone numbers, fake APK URLs, and extortion UPI IDs shared directly with I4C (1930 Portal) to shut down scam call centers.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8640" y="5394960"/>
            <a:ext cx="11094415" cy="777240"/>
          </a:xfrm>
          <a:prstGeom prst="rect">
            <a:avLst>
              <a:gd name="adj" fmla="val 4706"/>
            </a:avLst>
          </a:prstGeom>
          <a:solidFill>
            <a:srgbClr val="10141E"/>
          </a:solidFill>
          <a:ln w="12700">
            <a:solidFill>
              <a:srgbClr val="2434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Quantified National Impact: 90%+ Reduction in vernacular smishing financial losses • Sub-45ms Zero Latency Overhead on legitimate banking OTPs • 100% Privacy Compliance under Indian DPDP Act 2023.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2026-08-22T01:07:51Z</dcterms:created>
  <dcterms:modified xsi:type="dcterms:W3CDTF">2026-08-22T01:07:51Z</dcterms:modified>
</cp:coreProperties>
</file>