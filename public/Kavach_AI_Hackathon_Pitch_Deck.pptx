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hackathon_elicit_acm\public\acm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016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⚡ ELICIT ACM HACKATHON • TEAM: NULL POINTERS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731520" y="8686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₹1,750+ Crore Lost to SMS Fraud in India — Because 80% of Scam Texts Dodge Firewalls by Writing Hindi in English Letters.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31520" y="1965960"/>
            <a:ext cx="10698480" cy="1554480"/>
          </a:xfrm>
          <a:prstGeom prst="rect">
            <a:avLst>
              <a:gd name="adj" fmla="val 5882"/>
            </a:avLst>
          </a:prstGeom>
          <a:solidFill>
            <a:srgbClr val="101016"/>
          </a:solidFill>
          <a:ln w="12700">
            <a:solidFill>
              <a:srgbClr val="2828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05840" y="2103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KAVACH AI (कवच) — Team: Null Pointers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05840" y="246888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India’s First Real-Time Dual-Engine Vernacular SMS Phishing Defense Shield.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Deobfuscates Latin-script regional dialects (Hinglish, Tanglish, Benglish) and adversarial leetspeak in &lt;45ms by blending deterministic Levenshtein heuristics (40%) with multi-model Google Gemini Flash AI (60%).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3657600"/>
            <a:ext cx="2606040" cy="2468880"/>
          </a:xfrm>
          <a:prstGeom prst="rect">
            <a:avLst>
              <a:gd name="adj" fmla="val 3704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37947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Gummadi Bharath Kumar Wesly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4434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Team Leader • AI Architect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68680" y="48920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Modeling &amp; Gemini Cascade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429000" y="3657600"/>
            <a:ext cx="2606040" cy="2468880"/>
          </a:xfrm>
          <a:prstGeom prst="rect">
            <a:avLst>
              <a:gd name="adj" fmla="val 3704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566160" y="37947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Swarnim Sulekh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566160" y="4434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Full-Stack &amp; Backend Engineer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566160" y="48920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APIs &amp; Turso Cloud DB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26480" y="3657600"/>
            <a:ext cx="2606040" cy="2468880"/>
          </a:xfrm>
          <a:prstGeom prst="rect">
            <a:avLst>
              <a:gd name="adj" fmla="val 3704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37947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Krrish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63640" y="4434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 &amp; PWA Developer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263640" y="48920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UI &amp; Service Worker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823960" y="3657600"/>
            <a:ext cx="2606040" cy="2468880"/>
          </a:xfrm>
          <a:prstGeom prst="rect">
            <a:avLst>
              <a:gd name="adj" fmla="val 3704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61120" y="379476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Jayaditya De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961120" y="44348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Linguistic &amp; NLP Researcher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961120" y="489204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Vernacular Lexicon &amp; Deobfuscation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hackathon_elicit_acm\public\acm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3F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Transliterated Vernacular Smishing Blindspot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31520" y="1417320"/>
            <a:ext cx="3383280" cy="1143000"/>
          </a:xfrm>
          <a:prstGeom prst="rect">
            <a:avLst>
              <a:gd name="adj" fmla="val 8000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554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3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₹1,750+ Cr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Cyber Scams in India (2024)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89120" y="1417320"/>
            <a:ext cx="3383280" cy="1143000"/>
          </a:xfrm>
          <a:prstGeom prst="rect">
            <a:avLst>
              <a:gd name="adj" fmla="val 8000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0" y="1554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57200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 Texts Use Transliterated Hindi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046720" y="1417320"/>
            <a:ext cx="3383280" cy="1143000"/>
          </a:xfrm>
          <a:prstGeom prst="rect">
            <a:avLst>
              <a:gd name="adj" fmla="val 8000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0" y="15544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Coverage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2960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Traditional English Telecom Filters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31520" y="2743200"/>
            <a:ext cx="5212080" cy="3291840"/>
          </a:xfrm>
          <a:prstGeom prst="rect">
            <a:avLst>
              <a:gd name="adj" fmla="val 2778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2926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Realistic Vernacular Attack Examples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14400" y="329184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YouTube Task Scam: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"Ghar baithe daily Rs 3000-5000 kamaye. Videos like karo aur screenshot bhejo WhatsApp par."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Electricity Cut Threat: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"Aapka bijli connection aaj raat 9 baje bandh ho jayega. Turant call karein aur 0TPP batayein."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Obfuscated SBI KYC: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"Y0UR SB1 ACC0UNT WILL BLCK T0DAY. UPDATE K-Y-C IMMED1ATE: bit.ly/sbi-kyc"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217920" y="2743200"/>
            <a:ext cx="5212080" cy="3291840"/>
          </a:xfrm>
          <a:prstGeom prst="rect">
            <a:avLst>
              <a:gd name="adj" fmla="val 2778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2926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Why Smishing is Exploding in India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333756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Script Transliteration: Latin-alphabet Hindi bypasses standard English NLP tokenizers completely.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Coercive Urgency: Threats of power disconnection, bank freezing, and police arrest exploit cognitive fear.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Leetspeak &amp; Spaced Words: "BLCK", "0TPP", "K-Y-C" defeat crude exact-match regex filters.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Non-English Smartphone User Base: Over 500M+ regional internet users are vulnerable to localized fraud cues.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hackathon_elicit_acm\public\acm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COMPARISON &amp; AHA MOMENT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Filters Fail vs. How Kavach AI Wins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698480" cy="3108960"/>
        </p:xfrm>
        <a:graphic>
          <a:graphicData uri="http://schemas.openxmlformats.org/drawingml/2006/table">
            <a:tbl>
              <a:tblPr/>
              <a:tblGrid>
                <a:gridCol w="2674620"/>
                <a:gridCol w="2674620"/>
                <a:gridCol w="2674620"/>
                <a:gridCol w="2674620"/>
              </a:tblGrid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Capability / Vector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Telecom DND / SMS Gateways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Standard English ML Models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</a:rPr>
                        <a:t>🛡️ Kavach AI (Our Approach)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Transliterated Hinglish ("bijli cut", "khata bandh")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3F5E"/>
                          </a:solidFill>
                        </a:rPr>
                        <a:t>❌ Blind (0% understanding)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3F5E"/>
                          </a:solidFill>
                        </a:rPr>
                        <a:t>❌ Poor semantic capture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 Native Vernacular Engine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Adversarial Leetspeak ("BLCK", "0TPP", "K-Y-C")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3F5E"/>
                          </a:solidFill>
                        </a:rPr>
                        <a:t>❌ Bypassed completely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3F5E"/>
                          </a:solidFill>
                        </a:rPr>
                        <a:t>❌ Tokenizer fails / splits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 3-Step Levenshtein Normalizer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Part-Time Task Fraud ("ghar baithe kamaye")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3F5E"/>
                          </a:solidFill>
                        </a:rPr>
                        <a:t>❌ Treated as promo SMS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3F5E"/>
                          </a:solidFill>
                        </a:rPr>
                        <a:t>❌ Low risk classification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 Deterministic Fraud Signatures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Analysis Latency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200ms - 500ms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</a:rPr>
                        <a:t>1200ms - 3000ms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⚡ &lt;45ms Sub-Second Speed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Explainable AI Threat Reasons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3F5E"/>
                          </a:solidFill>
                        </a:rPr>
                        <a:t>❌ Opaque binary block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43F5E"/>
                          </a:solidFill>
                        </a:rPr>
                        <a:t>❌ Generic percentage only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 Exact Triggers &amp; Reasoning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31520" y="4754880"/>
            <a:ext cx="10698480" cy="1280160"/>
          </a:xfrm>
          <a:prstGeom prst="rect">
            <a:avLst>
              <a:gd name="adj" fmla="val 7143"/>
            </a:avLst>
          </a:prstGeom>
          <a:solidFill>
            <a:srgbClr val="121620"/>
          </a:solidFill>
          <a:ln w="12700">
            <a:solidFill>
              <a:srgbClr val="2A3A4C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48920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Concrete Evasion Proof ("The Aha! Moment"):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14400" y="51663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SMS: "Y0UR SB1 ACC0UNT WILL BLCK T0DAY. UPDATE K-Y-C IMMED1ATE: http://bit.ly/sbi-kyc"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Traditional Filter: PASS (No English spam keywords; "BLCK" and "SB1" are non-dictionary strings).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Kavach AI: 100% HIGH RISK (Deobfuscated: "block", "sbi", "kyc" | Shortener &amp; threat patterns flagged in 35ms).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hackathon_elicit_acm\public\acm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Kavach AI: The Multi-Engine Defense Architecture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5212080" cy="2103120"/>
          </a:xfrm>
          <a:prstGeom prst="rect">
            <a:avLst>
              <a:gd name="adj" fmla="val 4348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645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45920" y="1691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3-Step Levenshtein Normalizer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1488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single-character punctuation (K-Y-C -&gt; KYC), translates leetspeak (0-&gt;o, @-&gt;a), and performs length-adaptive edit distance in &lt;15ms.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17920" y="1463040"/>
            <a:ext cx="5212080" cy="2103120"/>
          </a:xfrm>
          <a:prstGeom prst="rect">
            <a:avLst>
              <a:gd name="adj" fmla="val 4348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1645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132320" y="1691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350+ Safe-Word Whitelist Shield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0" y="21488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natural vernacular conversational words (chahte, job, ghar, aap, bhejo) from being distorted by fuzzy distance matching.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31520" y="3749040"/>
            <a:ext cx="5212080" cy="2103120"/>
          </a:xfrm>
          <a:prstGeom prst="rect">
            <a:avLst>
              <a:gd name="adj" fmla="val 4348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3931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645920" y="3977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 Gemini AI Cascade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14400" y="44348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40% Deterministic Rule Engine with 60% Gemini Flash AI across a 6-model failover pool (Gemini 3.5, 3.7, Flash Latest) for 0% downtime.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217920" y="3749040"/>
            <a:ext cx="5212080" cy="2103120"/>
          </a:xfrm>
          <a:prstGeom prst="rect">
            <a:avLst>
              <a:gd name="adj" fmla="val 4348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39319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132320" y="3977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Turso Cloud Threat Intelligence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00800" y="4434840"/>
            <a:ext cx="4846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LibSQL/Turso database auditing, structured scam categorization, and live threat feed telemetry with zero privacy leakage.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hackathon_elicit_acm\public\acm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 &amp; PIPELINE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Threat Processing &amp; Anti-Evasion Pipeline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2057400" cy="2377440"/>
          </a:xfrm>
          <a:prstGeom prst="rect">
            <a:avLst>
              <a:gd name="adj" fmla="val 4444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6459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68680" y="19202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Ingestion &amp; Deobfuscator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hyphens, collapses spaced letters, maps leetspeak.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926080" y="1463040"/>
            <a:ext cx="2057400" cy="2377440"/>
          </a:xfrm>
          <a:prstGeom prst="rect">
            <a:avLst>
              <a:gd name="adj" fmla="val 4444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3240" y="16459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063240" y="19202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Levenshtein Engine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063240" y="25603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Length-aware distance lookup against 200+ threat lexicon.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120640" y="1463040"/>
            <a:ext cx="2057400" cy="2377440"/>
          </a:xfrm>
          <a:prstGeom prst="rect">
            <a:avLst>
              <a:gd name="adj" fmla="val 4444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57800" y="16459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57800" y="19202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Rule Scoring &amp; URL Check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257800" y="25603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15 Indian attack vector regexes &amp; shorteners.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315200" y="1463040"/>
            <a:ext cx="2057400" cy="2377440"/>
          </a:xfrm>
          <a:prstGeom prst="rect">
            <a:avLst>
              <a:gd name="adj" fmla="val 4444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52360" y="16459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52360" y="19202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Gemini Flash AI Cascade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52360" y="25603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semantic reasoning via multi-model pool.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9509760" y="1463040"/>
            <a:ext cx="2057400" cy="2377440"/>
          </a:xfrm>
          <a:prstGeom prst="rect">
            <a:avLst>
              <a:gd name="adj" fmla="val 4444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46920" y="164592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9646920" y="19202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&amp; Turso Cloud Audit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9646920" y="256032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risk fusion score + asynchronous DB log.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31520" y="4069080"/>
            <a:ext cx="10698480" cy="1965960"/>
          </a:xfrm>
          <a:prstGeom prst="rect">
            <a:avLst>
              <a:gd name="adj" fmla="val 4651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Comprehensive Technology Stack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14400" y="457200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&amp; Linguistic Engine: Google Gemini Flash (Multi-Model Pool), Fast-Levenshtein, Indic Dialect Threat Lexicon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Database &amp; Storage: LibSQL / Turso Cloud Serverless SQLite (AWS AP-South-1)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&amp; PWA: Custom Carbon Obsidian Micro-Surfaces, CSS 100dvh, env(safe-area-inset-*) Mobile Ergonomics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Deployment &amp; Runtime: Vercel Serverless Microservices, Node.js, Service Worker Stale-While-Revalidate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hackathon_elicit_acm\public\acm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&amp; BENCHMARKS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Validation Across Real Indian Smishing Attacks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698480" cy="3108960"/>
        </p:xfrm>
        <a:graphic>
          <a:graphicData uri="http://schemas.openxmlformats.org/drawingml/2006/table">
            <a:tbl>
              <a:tblPr/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Smishing Vector Tested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Sample Input Message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Latency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Risk Score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8FAFC"/>
                          </a:solidFill>
                        </a:rPr>
                        <a:t>Final Verdict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YouTube Task Scam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"Ghar baithe daily Rs 3000-5000 kamaye. Videos like karo..."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38ms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Bijli Cut Threat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"Aapka bijli connection aaj raat 9 baje bandh ho jayega... 0TPP"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42ms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SBI KYC Leetspeak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"Y0UR SB1 ACC0UNT WILL BLCK T0DAY. UPDATE K-Y-C IMMED1ATE"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35ms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Traffic e-Challan APK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"Traffic challan pending. Download mParivahan.apk to pay fine"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44ms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3F5E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43F5E"/>
                          </a:solidFill>
                        </a:rPr>
                        <a:t>🚨 HIGH RISK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F8FAFC"/>
                          </a:solidFill>
                        </a:rPr>
                        <a:t>Benign Hindi Chat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"Bhai kal shaam ko milte hain market me, chai peeyenge."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28ms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✅ SAFE &amp; VERIFIED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3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31520" y="4754880"/>
            <a:ext cx="10698480" cy="1280160"/>
          </a:xfrm>
          <a:prstGeom prst="rect">
            <a:avLst>
              <a:gd name="adj" fmla="val 7143"/>
            </a:avLst>
          </a:prstGeom>
          <a:solidFill>
            <a:srgbClr val="10141E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914400" y="4892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Live Tested &amp; Deployed Prototype: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Live Production Web Application: https://kavach-ai-ten.vercel.app/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Open Source GitHub Repository: https://github.com/bharath-0814/Kavach.ai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Cloud Database: Turso Cloud LibSQL Active in AWS ap-south-1 with 200+ live threat signatures.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hackathon_elicit_acm\public\acm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HACKATHON ROUND 2 INNOVATIONS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RAG &amp; Privacy-Preserving Self-Learning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5212080" cy="4572000"/>
          </a:xfrm>
          <a:prstGeom prst="rect">
            <a:avLst>
              <a:gd name="adj" fmla="val 2000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1. Edge-Native RAG over Local Vector DB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210312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On-Device Vector Embeddings: An ultra-compact local vector database (SQLite-VSS / local HNSW index) stores semantic embeddings of known scam tactics, fraudulent APK signatures, and vernacular evasion patterns.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Sub-10ms Cosine Similarity: When an SMS arrives, the app performs a localized vector similarity lookup completely offline.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Contextual Threat Augmentation: An on-device quantized Small Language Model (SLM) retrieves matching threat tactics and explains the exact scam modus operandi without touching the cloud.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Offline Capability: Works in flight mode or remote areas with zero internet connectivity.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1463040"/>
            <a:ext cx="5212080" cy="4572000"/>
          </a:xfrm>
          <a:prstGeom prst="rect">
            <a:avLst>
              <a:gd name="adj" fmla="val 2000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1691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2. Privacy-First Federated Self-Learning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0" y="210312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Continuous Local Adaptation: As users flag or verify emerging regional dialect SMS on their phones, the local model continuously adapts to user dialect habits.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100% DPDP Act 2023 Compliance: Personal SMS messages are never uploaded to any remote server, guaranteeing absolute citizen privacy.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Federated Weight Aggregation: Only encrypted mathematical gradient delta updates (not user text) are periodically synced across devices to improve the collective Indic vocabulary across India.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Hardware Secure Enclave: Executed strictly inside Apple Neural Engine / Android NNAPI.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hackathon_elicit_acm\public\acm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457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 &amp; SCALE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Transformational Real-World Use Cases &amp; National Scale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5212080" cy="2103120"/>
          </a:xfrm>
          <a:prstGeom prst="rect">
            <a:avLst>
              <a:gd name="adj" fmla="val 4348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6012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👨‍👩‍👧 B2C: Senior Citizen Voice Shield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60120" y="210312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mobile app with automated quarantine &amp; regional voice alerts ("Yeh message dhokhadhadi hai") in Hindi, Tamil, Telugu, and Bengali for non-English literate elders.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1463040"/>
            <a:ext cx="5212080" cy="2103120"/>
          </a:xfrm>
          <a:prstGeom prst="rect">
            <a:avLst>
              <a:gd name="adj" fmla="val 4348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B2B: Fintech &amp; Banking SDK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46520" y="210312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embeddable SDK for UPI apps (PhonePe, Paytm, Google Pay, SBI YONO) that intercepts fake OTP screens and detects credential theft before payment execution.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3749040"/>
            <a:ext cx="5212080" cy="2103120"/>
          </a:xfrm>
          <a:prstGeom prst="rect">
            <a:avLst>
              <a:gd name="adj" fmla="val 4348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3977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B2G: Telecom Gateway Firewall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960120" y="438912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directly at SMSC gateways (Airtel, Jio, Vi, TRAI DND) to perform deep-packet inspection and block smishing SMS in &lt;10ms before transmission across cell towers.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3749040"/>
            <a:ext cx="5212080" cy="2103120"/>
          </a:xfrm>
          <a:prstGeom prst="rect">
            <a:avLst>
              <a:gd name="adj" fmla="val 4348"/>
            </a:avLst>
          </a:prstGeom>
          <a:solidFill>
            <a:srgbClr val="121218"/>
          </a:solidFill>
          <a:ln w="12700">
            <a:solidFill>
              <a:srgbClr val="23233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3977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🚔 National Cyber Intelligence Bridge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46520" y="438912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real-time telemetry feed of scam phone numbers, fake APK URLs, and extortion UPI IDs shared directly with I4C (1930 Portal) to shut down scam call centers.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2026-08-22T00:20:03Z</dcterms:created>
  <dcterms:modified xsi:type="dcterms:W3CDTF">2026-08-22T00:20:03Z</dcterms:modified>
</cp:coreProperties>
</file>